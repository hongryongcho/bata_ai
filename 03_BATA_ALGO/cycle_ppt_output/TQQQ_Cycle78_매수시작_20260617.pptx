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73152" cy="66751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338560" cy="4389120"/>
          </a:xfrm>
          <a:prstGeom prst="rect">
            <a:avLst/>
          </a:prstGeom>
          <a:solidFill>
            <a:srgbClr val="1A253F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  <a:latin typeface="Malgun Gothic"/>
              </a:rPr>
              <a:t>TQQQ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매수시작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algun Gothic"/>
              </a:rPr>
              <a:t>Cycle #78  ·  26-5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RSI(2) + Fear &amp; Greed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BAD0"/>
                </a:solidFill>
                <a:latin typeface="Malgun Gothic"/>
              </a:rPr>
              <a:t>매수: 2026-06-05  →  매도: 2026-06-15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297680"/>
            <a:ext cx="338328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297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이 사이클  +15.80%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88AAA"/>
                </a:solidFill>
                <a:latin typeface="Malgun Gothic"/>
              </a:rPr>
              <a:t>보유기간  10일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11155680" cy="13716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4D6D"/>
                </a:solidFill>
                <a:latin typeface="Malgun Gothic"/>
              </a:rPr>
              <a:t>2026년 기존 누적 (이전 사이클)  -1.23%  ($100,000 → $98,766)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88AAA"/>
                </a:solidFill>
                <a:latin typeface="Malgun Gothic"/>
              </a:rPr>
              <a:t>BATA  ·  RSI(2) Algorithm 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[TQQQ  26-5  /  Cycle #78]  사이클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651760" cy="1554480"/>
          </a:xfrm>
          <a:prstGeom prst="rect">
            <a:avLst/>
          </a:prstGeom>
          <a:solidFill>
            <a:srgbClr val="1A253F"/>
          </a:solidFill>
          <a:ln w="1905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AAA"/>
                </a:solidFill>
                <a:latin typeface="Malgun Gothic"/>
              </a:rPr>
              <a:t>수익률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8A"/>
                </a:solidFill>
                <a:latin typeface="Malgun Gothic"/>
              </a:rPr>
              <a:t>+15.80%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914400"/>
            <a:ext cx="2651760" cy="1554480"/>
          </a:xfrm>
          <a:prstGeom prst="rect">
            <a:avLst/>
          </a:prstGeom>
          <a:solidFill>
            <a:srgbClr val="1A253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AAA"/>
                </a:solidFill>
                <a:latin typeface="Malgun Gothic"/>
              </a:rPr>
              <a:t>보유기간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FF"/>
                </a:solidFill>
                <a:latin typeface="Malgun Gothic"/>
              </a:rPr>
              <a:t>10일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914400"/>
            <a:ext cx="2651760" cy="1554480"/>
          </a:xfrm>
          <a:prstGeom prst="rect">
            <a:avLst/>
          </a:prstGeom>
          <a:solidFill>
            <a:srgbClr val="1A253F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AAA"/>
                </a:solidFill>
                <a:latin typeface="Malgun Gothic"/>
              </a:rPr>
              <a:t>매수가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$73.05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914400"/>
            <a:ext cx="2651760" cy="1554480"/>
          </a:xfrm>
          <a:prstGeom prst="rect">
            <a:avLst/>
          </a:prstGeom>
          <a:solidFill>
            <a:srgbClr val="1A253F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AAA"/>
                </a:solidFill>
                <a:latin typeface="Malgun Gothic"/>
              </a:rPr>
              <a:t>매도가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$84.59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Malgun Gothic"/>
              </a:rPr>
              <a:t>상세 지표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11457432" cy="1270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투입금액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$98,766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정산금액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진행중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수익금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AAA"/>
                </a:solidFill>
                <a:latin typeface="Malgun Gothic"/>
              </a:rP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매수 RSI(2)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2.39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매수 F&amp;G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매도 RSI(2)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매도 F&amp;G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매수 조건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AAA"/>
                </a:solidFill>
                <a:latin typeface="Malgun Gothic"/>
              </a:rPr>
              <a:t>RSI(2) ≤ 15.0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매도 조건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AAA"/>
                </a:solidFill>
                <a:latin typeface="Malgun Gothic"/>
              </a:rPr>
              <a:t>RSI(2) ≥ 75.0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F&amp;G 필터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AAA"/>
                </a:solidFill>
                <a:latin typeface="Malgun Gothic"/>
              </a:rPr>
              <a:t>매수보류 ≥75 / 매도보류 ≤25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700"/>
                </a:solidFill>
                <a:latin typeface="Malgun Gothic"/>
              </a:rPr>
              <a:t>※ 소수점(분수) 거래 기준 — 잔고 전액 투입 가능  |  증권사 수수료 및 세금 미포함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AAA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[TQQQ Cycle #78]  매수 진입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매수 신호 조건:  RSI(2) ≤ 15.0  (전일 종가 역산 LOC 기준가 이하 체결)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097280"/>
                <a:gridCol w="1005840"/>
                <a:gridCol w="82296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매매 기준가($)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액션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2026-05-28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$83.68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+2.46%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94.69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$74.58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2026-05-29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$84.56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+1.05%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96.47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$74.44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2026-06-01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$86.04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+1.75%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98.34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57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$77.45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2026-06-02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$87.22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+1.37%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99.10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56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$78.29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2026-06-03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$86.56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-0.76%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65.52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53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$80.0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2026-06-04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$85.22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-1.55%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27.57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54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$83.28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2026-06-05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$73.05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-14.28%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2.39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$84.25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2026-06-08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$76.27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+4.41%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34.19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$74.04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8A"/>
                </a:solidFill>
                <a:latin typeface="Malgun Gothic"/>
              </a:rPr>
              <a:t>✅ 2026-06-05  매수 체결  |  종가 $73.05  |  RSI(2) 2.39  |  F&amp;G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AAA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[TQQQ Cycle #78]  보유 기간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보유 7거래일  |  F&amp;G 차단 발생 0회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188720"/>
                <a:gridCol w="1097280"/>
                <a:gridCol w="914400"/>
                <a:gridCol w="4754880"/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차단 / 액션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2026-06-05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$73.05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-14.28%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2.39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2026-06-08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$76.27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+4.41%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34.19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2026-06-09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$73.72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-3.34%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22.55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2026-06-10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$69.27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-6.04%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10.31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27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2026-06-11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$76.01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+9.73%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66.09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2026-06-12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$77.52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+1.99%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73.48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2026-06-15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$84.59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+9.12%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91.28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▼ SELL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AAA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[TQQQ Cycle #78]  매도 신호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매도 신호 조건:  RSI(2) ≥ 75.0  (전일 종가 역산 LOC 기준가 이상 체결)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097280"/>
                <a:gridCol w="1005840"/>
                <a:gridCol w="82296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매매 기준가($)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액션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2026-06-05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$73.05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-14.28%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2.39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$87.41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BUY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2026-06-08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$76.27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+4.41%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34.19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40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$92.4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2026-06-09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$73.72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-3.34%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22.55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$84.34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2026-06-10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$69.27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-6.04%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10.31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$81.58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2026-06-11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$76.01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+9.73%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66.09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32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$79.87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2026-06-12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$77.52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+1.99%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73.48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$77.94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2026-06-15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$84.59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+9.12%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91.28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$77.73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▼ SELL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2026-06-16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$79.93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-5.51%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48.43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$83.45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6D"/>
                </a:solidFill>
                <a:latin typeface="Malgun Gothic"/>
              </a:rPr>
              <a:t>✅ 2026-06-15  매도 체결  |  종가 $84.59  |  RSI(2) 91.28  |  F&amp;G 34  |  수익률 +15.80%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AAA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  <a:latin typeface="Malgun Gothic"/>
              </a:rPr>
              <a:t>⚠  투자 면책 고지  /  Disclaimer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57432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본 유튜브 채널 및 관련 자료는 오직 교육 및 정보 제공 목적으로만 제작되었습니다.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이 콘텐츠는 투자 권유, 투자 자문, 또는 특정 금융상품의 매수·매도를 권고하는 것이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모든 투자 결정은 시청자 본인의 판단과 책임 하에 이루어져야 하며,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과거의 수익률이 미래의 수익률을 보장하지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RSI(2) 전략은 레버리지 ETF(TQQQ, SOXL 등)를 포함하며,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레버리지 ETF는 단기 변동성이 매우 크고 장기 보유 시 자산 감소 위험이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투자 전 반드시 해당 상품의 투자설명서와 위험 고지를 숙지하시기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본 채널은 투자자문업 등록 없이 운영되며, 유료 투자 신호 서비스를 제공하지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콘텐츠에 포함된 알고리즘 백테스트 결과는 수수료, 세금, 슬리피지를 일부 반영하나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실제 투자 결과와 다를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BATA Channel  ·  RSI(2) + Fear &amp; Greed Algorithm  ·  For Educational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