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73152" cy="667512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338560" cy="4114800"/>
          </a:xfrm>
          <a:prstGeom prst="rect">
            <a:avLst/>
          </a:prstGeom>
          <a:solidFill>
            <a:srgbClr val="1A253F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  <a:latin typeface="Malgun Gothic"/>
              </a:rPr>
              <a:t>TQQQ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00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매도종료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algun Gothic"/>
              </a:rPr>
              <a:t>Cycle #77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algun Gothic"/>
              </a:rPr>
              <a:t>RSI(2) + Fear &amp; Greed 전략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BAD0"/>
                </a:solidFill>
                <a:latin typeface="Malgun Gothic"/>
              </a:rPr>
              <a:t>매수: 2026-05-19  →  매도: 2026-05-21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4297680"/>
            <a:ext cx="2651760" cy="7772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42976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algun Gothic"/>
              </a:rPr>
              <a:t>+5.51%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88AAA"/>
                </a:solidFill>
                <a:latin typeface="Malgun Gothic"/>
              </a:rPr>
              <a:t>보유기간  2일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88AAA"/>
                </a:solidFill>
                <a:latin typeface="Malgun Gothic"/>
              </a:rPr>
              <a:t>BATA  ·  RSI(2) Algorithm Channel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[TQQQ Cycle #77]  사이클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651760" cy="1554480"/>
          </a:xfrm>
          <a:prstGeom prst="rect">
            <a:avLst/>
          </a:prstGeom>
          <a:solidFill>
            <a:srgbClr val="1A253F"/>
          </a:solidFill>
          <a:ln w="19050">
            <a:solidFill>
              <a:srgbClr val="0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8AAA"/>
                </a:solidFill>
                <a:latin typeface="Malgun Gothic"/>
              </a:rPr>
              <a:t>수익률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8A"/>
                </a:solidFill>
                <a:latin typeface="Malgun Gothic"/>
              </a:rPr>
              <a:t>+5.51%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914400"/>
            <a:ext cx="2651760" cy="1554480"/>
          </a:xfrm>
          <a:prstGeom prst="rect">
            <a:avLst/>
          </a:prstGeom>
          <a:solidFill>
            <a:srgbClr val="1A253F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8AAA"/>
                </a:solidFill>
                <a:latin typeface="Malgun Gothic"/>
              </a:rPr>
              <a:t>보유기간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5FF"/>
                </a:solidFill>
                <a:latin typeface="Malgun Gothic"/>
              </a:rPr>
              <a:t>2일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914400"/>
            <a:ext cx="2651760" cy="1554480"/>
          </a:xfrm>
          <a:prstGeom prst="rect">
            <a:avLst/>
          </a:prstGeom>
          <a:solidFill>
            <a:srgbClr val="1A253F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8AAA"/>
                </a:solidFill>
                <a:latin typeface="Malgun Gothic"/>
              </a:rPr>
              <a:t>매수가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$72.93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914400"/>
            <a:ext cx="2651760" cy="1554480"/>
          </a:xfrm>
          <a:prstGeom prst="rect">
            <a:avLst/>
          </a:prstGeom>
          <a:solidFill>
            <a:srgbClr val="1A253F"/>
          </a:solidFill>
          <a:ln w="19050">
            <a:solidFill>
              <a:srgbClr val="00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960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88AAA"/>
                </a:solidFill>
                <a:latin typeface="Malgun Gothic"/>
              </a:rPr>
              <a:t>매도가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4173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FFF"/>
                </a:solidFill>
                <a:latin typeface="Malgun Gothic"/>
              </a:rPr>
              <a:t>$76.95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51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Malgun Gothic"/>
              </a:rPr>
              <a:t>상세 지표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11457432" cy="1270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시작 투입금 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$993,844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종료 정산금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2004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$1,048,626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실현 수익금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+$54,782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478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매수 RSI(2)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478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12.7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매수 F&amp;G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매도 RSI(2)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895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76.51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매도 F&amp;G 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  <a:latin typeface="Malgun Gothic"/>
              </a:rPr>
              <a:t>58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428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매수 조건 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AAA"/>
                </a:solidFill>
                <a:latin typeface="Malgun Gothic"/>
              </a:rPr>
              <a:t>RSI(2) ≤ 15.0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매도 조건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AAA"/>
                </a:solidFill>
                <a:latin typeface="Malgun Gothic"/>
              </a:rPr>
              <a:t>RSI(2) ≥ 75.0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90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F&amp;G 필터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88AAA"/>
                </a:solidFill>
                <a:latin typeface="Malgun Gothic"/>
              </a:rPr>
              <a:t>매수보류 ≥75 / 매도보류 ≤25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AAA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[TQQQ Cycle #77]  매수 진입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매수 신호 조건:  RSI(2) ≤ 15.0  (전일 종가 역산 LOC 기준가 이하 체결)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097280"/>
                <a:gridCol w="1005840"/>
                <a:gridCol w="82296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매매 기준가($)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액션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2026-05-11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$76.96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+0.89%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98.13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$58.25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2026-05-12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$74.96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-2.60%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48.75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$66.02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2026-05-13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$77.24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+3.04%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76.13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$70.49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2026-05-14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$78.95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+2.21%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86.75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$68.54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2026-05-15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$75.34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-4.57%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30.14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$69.76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2026-05-18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$74.32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-1.35%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22.02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$72.55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2026-05-19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$72.93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-1.87%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12.70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59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$73.43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2026-05-20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$76.51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+4.91%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72.55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$72.97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8A"/>
                </a:solidFill>
                <a:latin typeface="Malgun Gothic"/>
              </a:rPr>
              <a:t>✅ 2026-05-19  매수 체결  |  종가 $72.93  |  RSI(2) 12.7  |  F&amp;G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AAA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[TQQQ Cycle #77]  보유 기간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00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보유 3거래일  |  F&amp;G 차단 발생 0회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108813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188720"/>
                <a:gridCol w="1097280"/>
                <a:gridCol w="914400"/>
                <a:gridCol w="4754880"/>
              </a:tblGrid>
              <a:tr h="12115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E5FF"/>
                          </a:solidFill>
                          <a:latin typeface="Malgun Gothic"/>
                        </a:rPr>
                        <a:t>차단 / 액션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2026-05-19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$72.93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-1.87%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12.70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59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D48A"/>
                          </a:solidFill>
                          <a:latin typeface="Malgun Gothic"/>
                        </a:rPr>
                        <a:t>★ BUY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2026-05-20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$76.51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+4.91%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72.55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2026-05-21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$76.95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+0.58%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76.51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58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4D6D"/>
                          </a:solidFill>
                          <a:latin typeface="Malgun Gothic"/>
                        </a:rPr>
                        <a:t>▼ SELL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AAA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[TQQQ Cycle #77]  매도 신호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49808"/>
            <a:ext cx="11457432" cy="1905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8AAA"/>
                </a:solidFill>
                <a:latin typeface="Malgun Gothic"/>
              </a:rPr>
              <a:t>매도 신호 조건:  RSI(2) ≥ 75.0  (전일 종가 역산 LOC 기준가 이상 체결)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097280"/>
                <a:gridCol w="1005840"/>
                <a:gridCol w="82296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날짜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종가($)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등락률(%)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RSI(2)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F&amp;G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매매 기준가($)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E5FF"/>
                          </a:solidFill>
                          <a:latin typeface="Malgun Gothic"/>
                        </a:rPr>
                        <a:t>액션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2026-05-13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$77.24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+3.04%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76.13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$77.05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2026-05-14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$78.95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+2.21%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86.75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$77.21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2026-05-15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$75.34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-4.57%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30.14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$78.65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2026-05-18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$74.32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-1.35%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22.02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$80.3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2026-05-19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$72.93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-1.87%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12.70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59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$78.33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BUY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2026-05-20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$76.51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+4.91%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72.55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60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$77.02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2026-05-21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$76.95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+0.58%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76.51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58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$76.77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4D6D"/>
                          </a:solidFill>
                          <a:latin typeface="Malgun Gothic"/>
                        </a:rPr>
                        <a:t>▼ SELL</a:t>
                      </a:r>
                    </a:p>
                  </a:txBody>
                  <a:tcPr>
                    <a:solidFill>
                      <a:srgbClr val="2A3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2026-05-22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$77.84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+1.16%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85.17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59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$76.92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Malgun Gothic"/>
                        </a:rPr>
                        <a:t>HOLD</a:t>
                      </a:r>
                    </a:p>
                  </a:txBody>
                  <a:tcPr>
                    <a:solidFill>
                      <a:srgbClr val="1A253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6D"/>
                </a:solidFill>
                <a:latin typeface="Malgun Gothic"/>
              </a:rPr>
              <a:t>✅ 2026-05-21  매도 체결  |  종가 $76.95  |  RSI(2) 76.51  |  F&amp;G 58  |  수익률 +5.51%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8AAA"/>
                </a:solidFill>
                <a:latin typeface="Malgun Gothic"/>
              </a:rPr>
              <a:t>⚠ 본 자료는 교육 목적이며 투자 권유가 아닙니다.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  <a:latin typeface="Malgun Gothic"/>
              </a:rPr>
              <a:t>⚠  투자 면책 고지  /  Disclaimer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457432" cy="1905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본 유튜브 채널 및 관련 자료는 오직 교육 및 정보 제공 목적으로만 제작되었습니다.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이 콘텐츠는 투자 권유, 투자 자문, 또는 특정 금융상품의 매수·매도를 권고하는 것이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6537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모든 투자 결정은 시청자 본인의 판단과 책임 하에 이루어져야 하며,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과거의 수익률이 미래의 수익률을 보장하지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RSI(2) 전략은 레버리지 ETF(TQQQ, SOXL 등)를 포함하며,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7238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레버리지 ETF는 단기 변동성이 매우 크고 장기 보유 시 자산 감소 위험이 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투자 전 반드시 해당 상품의 투자설명서와 위험 고지를 숙지하시기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본 채널은 투자자문업 등록 없이 운영되며, 유료 투자 신호 서비스를 제공하지 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콘텐츠에 포함된 알고리즘 백테스트 결과는 수수료, 세금, 슬리피지를 일부 반영하나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26864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실제 투자 결과와 다를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38928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AD0"/>
                </a:solidFill>
                <a:latin typeface="Malgun Gothic"/>
              </a:rPr>
              <a:t>BATA Channel  ·  RSI(2) + Fear &amp; Greed Algorithm  ·  For Educational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